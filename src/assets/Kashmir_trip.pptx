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70077-6FE8-4811-8035-ABCF821F0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D6052-C60D-43D9-98B8-805B913FD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77ED-6BE3-4740-9E6A-F77CC960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BC160-94C3-4433-8AEA-CF1862F3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7977E-9586-4B06-9A44-C2054497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4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F056-5D28-45B3-9DEB-27EA76B9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8B218-5A3B-4DE1-9585-896BA20E5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B9150-5B75-4E71-8757-32F275AD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A07DC-7E94-498A-B0A2-F22B1AD1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3C0ED-EEC0-4187-B52D-68058309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3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2C403-5E4C-4B29-A54F-EC17B024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9B139-BA53-4FA3-B428-7E7AC273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C83A-D728-4736-8C14-6BC9B2A6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431EB-21BA-48D8-85BB-774238E2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202C6-D1B0-4FB3-BF33-16FBEAFA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22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8EA3-0AC2-4DDF-93CE-8D5D6591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6B318-3ABE-4988-9294-D719D7EEE6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FC6F7-3B43-436C-8CDD-69DE78761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3AD62-18B9-4EB1-98B2-EC32A2175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8C774-C1DA-4F32-8C86-CC2A377D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69249-1938-4601-AE65-36461448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5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9E842-E3AB-4669-8708-4B1DBDCE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DCF15-05C6-4694-99B2-B0449ECA4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399F38-2859-4D39-B53B-324582591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84DD39-5DE0-4DDA-BFE9-0FC2CC576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FAFF1-4BEB-46FE-BCC8-24836765A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CA85AE-3461-428F-B10B-0524FC5C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D6D8F9-42FA-4563-8E1A-52CABEB5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0C444F-8176-430F-8B4D-D0D798ED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83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67DF-CF55-4628-848B-73E22C2F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10058-1495-4114-847B-35F8F6661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DA1E5B-EE7C-4888-9316-FCF42D01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D7A4B2-9949-40E5-892A-EA0CE307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4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B2877-F273-43D5-8ABD-530D79DDE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642C11-5D8F-4076-91A2-B202FEC7B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6532F-15B6-4E1A-9787-B226F68AA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663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C76C-5DB0-4CFE-A323-37331E59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B87C8-B2B1-4936-90DF-245C7CE15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15023-9537-42C9-BD2C-F9E02E35B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DBE79-1C84-4F6B-9A61-9B20B452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2F350-2867-4027-BBD6-738241E9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66A90-20EC-4464-9B3F-C088B274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64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EA51-1C07-4D48-BA22-B08DB535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07D4E4-92EA-4D14-8751-9A75FA632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D62E9-A06D-4EA3-B3DA-C77B3FB23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F0805-A232-4DEF-B8AC-BF5029345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B2F3A-6F1E-4258-B4B7-B9B6EB5F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4540-10D5-43F1-A1D4-55F69CFF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7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6D57-AB29-453B-9C4A-2F61D17C4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38D73-7A14-49A5-84E1-2712FEA3C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D7DBF-DEEE-4AB9-8F9D-26809BA4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49248-C8D3-40D6-87DB-0C8C18E4F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A3830-B485-4195-8016-D69A620C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2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C96E1-5D19-488E-BD7F-C1FAE28C8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2EC61-914B-4C44-97C8-67769DC1D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695D7-2167-44D2-A6BB-97B916A28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30078-9EA9-4CA2-AD40-2811016E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B6011-2561-4374-A069-492486EA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BC467-CADD-4030-AECE-B99F8373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E89BA-7FDC-4DA6-9717-F449C2194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FEF0F-D3E9-4235-BF7F-D8B9665C5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DCC33-F836-4D4A-A24B-498E4964793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1A281-6B52-4571-9BB5-C886B10B50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00F72-3C29-47F5-9594-F4C50EC61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5B247-1934-46EB-8BCB-390ABBD16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farchaska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far Chaska Logo">
            <a:extLst>
              <a:ext uri="{FF2B5EF4-FFF2-40B4-BE49-F238E27FC236}">
                <a16:creationId xmlns:a16="http://schemas.microsoft.com/office/drawing/2014/main" id="{07304F4C-44F9-4EED-9906-84206C116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1890" y="512780"/>
            <a:ext cx="3908220" cy="390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12D9C3-E4AB-44D3-9BFB-D54900637650}"/>
              </a:ext>
            </a:extLst>
          </p:cNvPr>
          <p:cNvSpPr txBox="1"/>
          <p:nvPr/>
        </p:nvSpPr>
        <p:spPr>
          <a:xfrm>
            <a:off x="2986480" y="4722731"/>
            <a:ext cx="67929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Organized by </a:t>
            </a:r>
            <a:r>
              <a:rPr lang="en-US" sz="2400" b="1" dirty="0" err="1"/>
              <a:t>Bhagwan</a:t>
            </a:r>
            <a:r>
              <a:rPr lang="en-US" sz="2400" b="1" dirty="0"/>
              <a:t> Mahaveer College, </a:t>
            </a:r>
            <a:r>
              <a:rPr lang="en-US" sz="2400" b="1" dirty="0" err="1"/>
              <a:t>Balotra</a:t>
            </a:r>
            <a:endParaRPr lang="en-US" sz="2400" b="1" dirty="0"/>
          </a:p>
          <a:p>
            <a:pPr algn="ctr"/>
            <a:r>
              <a:rPr lang="en-US" sz="2400" b="1" dirty="0"/>
              <a:t>Website: </a:t>
            </a:r>
            <a:r>
              <a:rPr lang="en-US" sz="2400" b="1" dirty="0">
                <a:hlinkClick r:id="rId3"/>
              </a:rPr>
              <a:t>https://safarchaska.com/</a:t>
            </a:r>
            <a:endParaRPr lang="en-US" sz="2400" b="1" dirty="0"/>
          </a:p>
          <a:p>
            <a:pPr algn="ctr"/>
            <a:r>
              <a:rPr lang="en-US" sz="2400" b="1" dirty="0"/>
              <a:t>Contact: +91 8171379469</a:t>
            </a:r>
          </a:p>
        </p:txBody>
      </p:sp>
    </p:spTree>
    <p:extLst>
      <p:ext uri="{BB962C8B-B14F-4D97-AF65-F5344CB8AC3E}">
        <p14:creationId xmlns:p14="http://schemas.microsoft.com/office/powerpoint/2010/main" val="1155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14784C-F586-4D42-A34A-D245E7005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779"/>
            <a:ext cx="12192000" cy="4295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3E3540-7301-493E-9A76-000EAAD6B43F}"/>
              </a:ext>
            </a:extLst>
          </p:cNvPr>
          <p:cNvSpPr txBox="1"/>
          <p:nvPr/>
        </p:nvSpPr>
        <p:spPr>
          <a:xfrm>
            <a:off x="404769" y="4475174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– 01</a:t>
            </a:r>
          </a:p>
          <a:p>
            <a:r>
              <a:rPr lang="en-US" b="1" dirty="0"/>
              <a:t>RAJASTHAN TO JAMMU</a:t>
            </a:r>
            <a:endParaRPr lang="en-US" dirty="0"/>
          </a:p>
          <a:p>
            <a:r>
              <a:rPr lang="en-US" dirty="0"/>
              <a:t>• Depart from Rajasthan at night.</a:t>
            </a:r>
            <a:br>
              <a:rPr lang="en-US" dirty="0"/>
            </a:br>
            <a:r>
              <a:rPr lang="en-US" dirty="0"/>
              <a:t>• Overnight Journey.</a:t>
            </a:r>
          </a:p>
        </p:txBody>
      </p:sp>
    </p:spTree>
    <p:extLst>
      <p:ext uri="{BB962C8B-B14F-4D97-AF65-F5344CB8AC3E}">
        <p14:creationId xmlns:p14="http://schemas.microsoft.com/office/powerpoint/2010/main" val="3010783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3902906-9FB7-4BD8-8EDE-B48AA36250B9}"/>
              </a:ext>
            </a:extLst>
          </p:cNvPr>
          <p:cNvSpPr txBox="1"/>
          <p:nvPr/>
        </p:nvSpPr>
        <p:spPr>
          <a:xfrm>
            <a:off x="564159" y="356019"/>
            <a:ext cx="51925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– 02</a:t>
            </a:r>
          </a:p>
          <a:p>
            <a:r>
              <a:rPr lang="en-US" b="1" dirty="0"/>
              <a:t>JAMMU TO SRINAGAR</a:t>
            </a:r>
            <a:endParaRPr lang="en-US" dirty="0"/>
          </a:p>
          <a:p>
            <a:r>
              <a:rPr lang="en-US" dirty="0"/>
              <a:t>• Arrive Jammu &amp; proceed to Srinagar, 6 Hours journey Jammu to Srinagar (depending on Traffic).</a:t>
            </a:r>
            <a:br>
              <a:rPr lang="en-US" dirty="0"/>
            </a:br>
            <a:r>
              <a:rPr lang="en-US" dirty="0"/>
              <a:t>• Later check in at Hotel.</a:t>
            </a:r>
            <a:br>
              <a:rPr lang="en-US" dirty="0"/>
            </a:br>
            <a:r>
              <a:rPr lang="en-US" dirty="0"/>
              <a:t>• Day free for rest.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C40442-43CC-4DEF-8B5A-D01C6B6A6184}"/>
              </a:ext>
            </a:extLst>
          </p:cNvPr>
          <p:cNvSpPr txBox="1"/>
          <p:nvPr/>
        </p:nvSpPr>
        <p:spPr>
          <a:xfrm>
            <a:off x="5924725" y="3509954"/>
            <a:ext cx="60946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– 03</a:t>
            </a:r>
          </a:p>
          <a:p>
            <a:r>
              <a:rPr lang="en-US" b="1" dirty="0"/>
              <a:t>SONMARG DAY TRIP</a:t>
            </a:r>
            <a:endParaRPr lang="en-US" dirty="0"/>
          </a:p>
          <a:p>
            <a:r>
              <a:rPr lang="en-US" dirty="0"/>
              <a:t>• After breakfast, a full-day excursion to </a:t>
            </a:r>
            <a:r>
              <a:rPr lang="en-US" dirty="0" err="1"/>
              <a:t>Sonmarg</a:t>
            </a:r>
            <a:r>
              <a:rPr lang="en-US" dirty="0"/>
              <a:t> which is the most beautiful drive from Srinagar.</a:t>
            </a:r>
            <a:br>
              <a:rPr lang="en-US" dirty="0"/>
            </a:br>
            <a:r>
              <a:rPr lang="en-US" dirty="0"/>
              <a:t>• On the way, stop at many beautiful spots.</a:t>
            </a:r>
            <a:br>
              <a:rPr lang="en-US" dirty="0"/>
            </a:br>
            <a:r>
              <a:rPr lang="en-US" dirty="0"/>
              <a:t>• Continue drive to </a:t>
            </a:r>
            <a:r>
              <a:rPr lang="en-US" dirty="0" err="1"/>
              <a:t>Sonmarg</a:t>
            </a:r>
            <a:r>
              <a:rPr lang="en-US" dirty="0"/>
              <a:t> 2690 </a:t>
            </a:r>
            <a:r>
              <a:rPr lang="en-US" dirty="0" err="1"/>
              <a:t>Mtrs</a:t>
            </a:r>
            <a:r>
              <a:rPr lang="en-US" dirty="0"/>
              <a:t> (Meadow of Gold).</a:t>
            </a:r>
            <a:br>
              <a:rPr lang="en-US" dirty="0"/>
            </a:br>
            <a:r>
              <a:rPr lang="en-US" dirty="0"/>
              <a:t>• One can ride on Horse to visit </a:t>
            </a:r>
            <a:r>
              <a:rPr lang="en-US" dirty="0" err="1"/>
              <a:t>Thajiwas</a:t>
            </a:r>
            <a:r>
              <a:rPr lang="en-US" dirty="0"/>
              <a:t> Glacier where snow remains around the year &amp; </a:t>
            </a:r>
            <a:r>
              <a:rPr lang="en-US" dirty="0" err="1"/>
              <a:t>Sonmarg</a:t>
            </a:r>
            <a:r>
              <a:rPr lang="en-US" dirty="0"/>
              <a:t> is known as the Gateway of Ladakh.</a:t>
            </a:r>
            <a:br>
              <a:rPr lang="en-US" dirty="0"/>
            </a:br>
            <a:r>
              <a:rPr lang="en-US" dirty="0"/>
              <a:t>• Overnight stay at Srinagar Hotel.</a:t>
            </a:r>
          </a:p>
        </p:txBody>
      </p:sp>
      <p:pic>
        <p:nvPicPr>
          <p:cNvPr id="2050" name="Picture 2" descr="Jammu and Kashmir">
            <a:extLst>
              <a:ext uri="{FF2B5EF4-FFF2-40B4-BE49-F238E27FC236}">
                <a16:creationId xmlns:a16="http://schemas.microsoft.com/office/drawing/2014/main" id="{A7F41E23-635B-4085-B342-ED67F99C6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711" y="0"/>
            <a:ext cx="6435289" cy="3348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onmarg to Thajiwas Glacier Trek ...">
            <a:extLst>
              <a:ext uri="{FF2B5EF4-FFF2-40B4-BE49-F238E27FC236}">
                <a16:creationId xmlns:a16="http://schemas.microsoft.com/office/drawing/2014/main" id="{E7D1C3D4-0D65-44A4-9220-93CBFCC57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348046"/>
            <a:ext cx="5756711" cy="350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127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025CBE-52FB-44A0-B21B-C7FD44583A04}"/>
              </a:ext>
            </a:extLst>
          </p:cNvPr>
          <p:cNvSpPr txBox="1"/>
          <p:nvPr/>
        </p:nvSpPr>
        <p:spPr>
          <a:xfrm>
            <a:off x="413158" y="192027"/>
            <a:ext cx="609460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– 04</a:t>
            </a:r>
          </a:p>
          <a:p>
            <a:r>
              <a:rPr lang="en-US" b="1" dirty="0"/>
              <a:t>GULMARG DAY TRIP</a:t>
            </a:r>
            <a:endParaRPr lang="en-US" dirty="0"/>
          </a:p>
          <a:p>
            <a:r>
              <a:rPr lang="en-US" dirty="0"/>
              <a:t>• After breakfast a full day excursion to Gulmarg (8700 ft i.e. 2652 mts), known as “Meadow of Flowers”.</a:t>
            </a:r>
            <a:br>
              <a:rPr lang="en-US" dirty="0"/>
            </a:br>
            <a:r>
              <a:rPr lang="en-US" dirty="0"/>
              <a:t>• Go for the famous Gondola Ride, Asia’s highest &amp; longest cable car (two-stage ropeway).</a:t>
            </a:r>
            <a:br>
              <a:rPr lang="en-US" dirty="0"/>
            </a:br>
            <a:r>
              <a:rPr lang="en-US" dirty="0"/>
              <a:t>• First stage from Gulmarg to </a:t>
            </a:r>
            <a:r>
              <a:rPr lang="en-US" dirty="0" err="1"/>
              <a:t>Kungdoor</a:t>
            </a:r>
            <a:r>
              <a:rPr lang="en-US" dirty="0"/>
              <a:t> Station.</a:t>
            </a:r>
            <a:br>
              <a:rPr lang="en-US" dirty="0"/>
            </a:br>
            <a:r>
              <a:rPr lang="en-US" dirty="0"/>
              <a:t>• Second stage takes skiers to a height of 3,747 m (12,293 ft).</a:t>
            </a:r>
            <a:br>
              <a:rPr lang="en-US" dirty="0"/>
            </a:br>
            <a:r>
              <a:rPr lang="en-US" dirty="0"/>
              <a:t>• Gondola timing: 10 AM to 5 PM.</a:t>
            </a:r>
            <a:br>
              <a:rPr lang="en-US" dirty="0"/>
            </a:br>
            <a:r>
              <a:rPr lang="en-US" dirty="0"/>
              <a:t>• In evening return to Srinagar.</a:t>
            </a:r>
            <a:br>
              <a:rPr lang="en-US" dirty="0"/>
            </a:br>
            <a:r>
              <a:rPr lang="en-US" dirty="0"/>
              <a:t>• Overnight stay at Srinagar.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975D4-6C0B-4ACC-94EE-DF32293F72D5}"/>
              </a:ext>
            </a:extLst>
          </p:cNvPr>
          <p:cNvSpPr txBox="1"/>
          <p:nvPr/>
        </p:nvSpPr>
        <p:spPr>
          <a:xfrm>
            <a:off x="6169402" y="3954733"/>
            <a:ext cx="60946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– 05</a:t>
            </a:r>
          </a:p>
          <a:p>
            <a:r>
              <a:rPr lang="en-US" b="1" dirty="0"/>
              <a:t>HOUSEBOAT STAY</a:t>
            </a:r>
            <a:endParaRPr lang="en-US" dirty="0"/>
          </a:p>
          <a:p>
            <a:r>
              <a:rPr lang="en-US" dirty="0"/>
              <a:t>• Check out from hotel &amp; proceed for sightseeing.</a:t>
            </a:r>
            <a:br>
              <a:rPr lang="en-US" dirty="0"/>
            </a:br>
            <a:r>
              <a:rPr lang="en-US" dirty="0"/>
              <a:t>• Local Srinagar tour of Mughal Gardens visiting </a:t>
            </a:r>
            <a:r>
              <a:rPr lang="en-US" dirty="0" err="1"/>
              <a:t>Cheshmashahi</a:t>
            </a:r>
            <a:r>
              <a:rPr lang="en-US" dirty="0"/>
              <a:t>, Shankaracharya Temple.</a:t>
            </a:r>
            <a:br>
              <a:rPr lang="en-US" dirty="0"/>
            </a:br>
            <a:r>
              <a:rPr lang="en-US" dirty="0"/>
              <a:t>• Check in at Houseboat.</a:t>
            </a:r>
            <a:br>
              <a:rPr lang="en-US" dirty="0"/>
            </a:br>
            <a:r>
              <a:rPr lang="en-US" dirty="0"/>
              <a:t>• Enjoy Shikara ride in the evening.</a:t>
            </a:r>
            <a:br>
              <a:rPr lang="en-US" dirty="0"/>
            </a:br>
            <a:r>
              <a:rPr lang="en-US" dirty="0"/>
              <a:t>• Dinner &amp; Overnight stay at Houseboat.</a:t>
            </a:r>
          </a:p>
        </p:txBody>
      </p:sp>
      <p:pic>
        <p:nvPicPr>
          <p:cNvPr id="4098" name="Picture 2" descr="Gulmarg Gondola - Wikipedia">
            <a:extLst>
              <a:ext uri="{FF2B5EF4-FFF2-40B4-BE49-F238E27FC236}">
                <a16:creationId xmlns:a16="http://schemas.microsoft.com/office/drawing/2014/main" id="{FF8F10D9-8011-4109-B33D-2981C0CE1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408" y="0"/>
            <a:ext cx="5950591" cy="395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Dal Lake Shikara Ride – A Must-Have ...">
            <a:extLst>
              <a:ext uri="{FF2B5EF4-FFF2-40B4-BE49-F238E27FC236}">
                <a16:creationId xmlns:a16="http://schemas.microsoft.com/office/drawing/2014/main" id="{8AF27E40-346C-4D9D-A6E5-5CB2B9A2C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" y="3297361"/>
            <a:ext cx="6225330" cy="356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54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5E4590-7E0A-41B3-9E88-AE37EC38534C}"/>
              </a:ext>
            </a:extLst>
          </p:cNvPr>
          <p:cNvSpPr txBox="1"/>
          <p:nvPr/>
        </p:nvSpPr>
        <p:spPr>
          <a:xfrm>
            <a:off x="463492" y="343354"/>
            <a:ext cx="60946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– 06</a:t>
            </a:r>
          </a:p>
          <a:p>
            <a:r>
              <a:rPr lang="en-US" b="1" dirty="0"/>
              <a:t>SRINAGAR TO PAHALGAM</a:t>
            </a:r>
            <a:endParaRPr lang="en-US" dirty="0"/>
          </a:p>
          <a:p>
            <a:r>
              <a:rPr lang="en-US" dirty="0"/>
              <a:t>• On the way visit </a:t>
            </a:r>
            <a:r>
              <a:rPr lang="en-US" dirty="0" err="1"/>
              <a:t>Awantipura</a:t>
            </a:r>
            <a:r>
              <a:rPr lang="en-US" dirty="0"/>
              <a:t> ruins &amp; Saffron fields.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Pahalgam</a:t>
            </a:r>
            <a:r>
              <a:rPr lang="en-US" dirty="0"/>
              <a:t> offers breathtaking views.</a:t>
            </a:r>
            <a:br>
              <a:rPr lang="en-US" dirty="0"/>
            </a:br>
            <a:r>
              <a:rPr lang="en-US" dirty="0"/>
              <a:t>• Trekking options to </a:t>
            </a:r>
            <a:r>
              <a:rPr lang="en-US" dirty="0" err="1"/>
              <a:t>Lidderwat</a:t>
            </a:r>
            <a:r>
              <a:rPr lang="en-US" dirty="0"/>
              <a:t>, </a:t>
            </a:r>
            <a:r>
              <a:rPr lang="en-US" dirty="0" err="1"/>
              <a:t>Kolahoi</a:t>
            </a:r>
            <a:r>
              <a:rPr lang="en-US" dirty="0"/>
              <a:t> Glacier or </a:t>
            </a:r>
            <a:r>
              <a:rPr lang="en-US" dirty="0" err="1"/>
              <a:t>Sonmarg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Pahalgam</a:t>
            </a:r>
            <a:r>
              <a:rPr lang="en-US" dirty="0"/>
              <a:t> is the entry point for the holy Amarnath Cave.</a:t>
            </a:r>
            <a:br>
              <a:rPr lang="en-US" dirty="0"/>
            </a:br>
            <a:r>
              <a:rPr lang="en-US" dirty="0"/>
              <a:t>• Dinner &amp; Overnight stay at hotel in </a:t>
            </a:r>
            <a:r>
              <a:rPr lang="en-US" dirty="0" err="1"/>
              <a:t>Pahalgam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206895-62DC-4951-BDC8-8DB8F12615FD}"/>
              </a:ext>
            </a:extLst>
          </p:cNvPr>
          <p:cNvSpPr txBox="1"/>
          <p:nvPr/>
        </p:nvSpPr>
        <p:spPr>
          <a:xfrm>
            <a:off x="6386820" y="3212631"/>
            <a:ext cx="60946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Day – 07</a:t>
            </a:r>
          </a:p>
          <a:p>
            <a:r>
              <a:rPr lang="en-US" b="1" dirty="0"/>
              <a:t>PAHALGAM TO JAMMU</a:t>
            </a:r>
            <a:endParaRPr lang="en-US" dirty="0"/>
          </a:p>
          <a:p>
            <a:r>
              <a:rPr lang="en-US" dirty="0"/>
              <a:t>• After breakfast check out from the hotel and proceed to Jammu railway station with lots of memories.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CB9F4-7F25-44E0-A770-A559E7FD9F07}"/>
              </a:ext>
            </a:extLst>
          </p:cNvPr>
          <p:cNvSpPr txBox="1"/>
          <p:nvPr/>
        </p:nvSpPr>
        <p:spPr>
          <a:xfrm>
            <a:off x="77599" y="5484162"/>
            <a:ext cx="1172850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Day – 08</a:t>
            </a:r>
          </a:p>
          <a:p>
            <a:pPr algn="ctr"/>
            <a:r>
              <a:rPr lang="en-US" sz="3200" b="1" dirty="0"/>
              <a:t>REACH BACK RAJASTHAN</a:t>
            </a:r>
            <a:endParaRPr lang="en-US" sz="3200" dirty="0"/>
          </a:p>
        </p:txBody>
      </p:sp>
      <p:pic>
        <p:nvPicPr>
          <p:cNvPr id="5122" name="Picture 2" descr="4 Surreal must see valleys of Pahalgam Kashmir - The Revolving Compass">
            <a:extLst>
              <a:ext uri="{FF2B5EF4-FFF2-40B4-BE49-F238E27FC236}">
                <a16:creationId xmlns:a16="http://schemas.microsoft.com/office/drawing/2014/main" id="{C8E3A7C5-619E-4258-B62F-D7E4B4D55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536" y="-16777"/>
            <a:ext cx="5948464" cy="273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ravel to Jammu &amp; Kashmir by Railway ...">
            <a:extLst>
              <a:ext uri="{FF2B5EF4-FFF2-40B4-BE49-F238E27FC236}">
                <a16:creationId xmlns:a16="http://schemas.microsoft.com/office/drawing/2014/main" id="{6BBD3A94-B360-49B8-A50D-C2FE56CE6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18032"/>
            <a:ext cx="6243536" cy="252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97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06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5E307A-3A9B-4EE8-A321-A68E01DBC88B}"/>
              </a:ext>
            </a:extLst>
          </p:cNvPr>
          <p:cNvSpPr txBox="1"/>
          <p:nvPr/>
        </p:nvSpPr>
        <p:spPr>
          <a:xfrm>
            <a:off x="3048699" y="243172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Tour Inclusions</a:t>
            </a:r>
          </a:p>
        </p:txBody>
      </p:sp>
      <p:pic>
        <p:nvPicPr>
          <p:cNvPr id="5" name="Picture 2" descr="Dj Night Stock Illustrations – 18,960 Dj Night Stock ...">
            <a:extLst>
              <a:ext uri="{FF2B5EF4-FFF2-40B4-BE49-F238E27FC236}">
                <a16:creationId xmlns:a16="http://schemas.microsoft.com/office/drawing/2014/main" id="{42B30EB3-80C5-4334-B773-A70877464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" y="595265"/>
            <a:ext cx="5942202" cy="624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50A030-11DD-410D-9064-135C9BDAFADB}"/>
              </a:ext>
            </a:extLst>
          </p:cNvPr>
          <p:cNvSpPr txBox="1"/>
          <p:nvPr/>
        </p:nvSpPr>
        <p:spPr>
          <a:xfrm>
            <a:off x="749596" y="724185"/>
            <a:ext cx="6776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DJ Night (Group Entertainment)</a:t>
            </a:r>
          </a:p>
        </p:txBody>
      </p:sp>
      <p:pic>
        <p:nvPicPr>
          <p:cNvPr id="7" name="Picture 16" descr="45 Easy Sunday Dinner Ideas The Whole Family Will Love">
            <a:extLst>
              <a:ext uri="{FF2B5EF4-FFF2-40B4-BE49-F238E27FC236}">
                <a16:creationId xmlns:a16="http://schemas.microsoft.com/office/drawing/2014/main" id="{BEB35194-4FBD-44A8-9CC4-34053F736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69386"/>
            <a:ext cx="6248400" cy="624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DA2AB0-91F0-4CDA-AFCF-6E40EF15D722}"/>
              </a:ext>
            </a:extLst>
          </p:cNvPr>
          <p:cNvSpPr txBox="1"/>
          <p:nvPr/>
        </p:nvSpPr>
        <p:spPr>
          <a:xfrm>
            <a:off x="7912579" y="724185"/>
            <a:ext cx="6129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Lunch &amp; Dinner Included</a:t>
            </a:r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80E1A27-ED9A-420C-BA31-4F21D32184ED}"/>
              </a:ext>
            </a:extLst>
          </p:cNvPr>
          <p:cNvSpPr txBox="1"/>
          <p:nvPr/>
        </p:nvSpPr>
        <p:spPr>
          <a:xfrm>
            <a:off x="3905774" y="4303768"/>
            <a:ext cx="82191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🌐WEBSITE: SAFARCHASKA.COM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📞PHONE: +91 8171379469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📧EMAIL: INFO@SAFARCHASKA.COM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📘FACEBOOK: SAFAR CHASKA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📸INSTAGRAM: @SAFAR__CHASK</a:t>
            </a:r>
          </a:p>
        </p:txBody>
      </p:sp>
      <p:pic>
        <p:nvPicPr>
          <p:cNvPr id="9" name="Picture 2" descr="Safar Chaska Logo">
            <a:extLst>
              <a:ext uri="{FF2B5EF4-FFF2-40B4-BE49-F238E27FC236}">
                <a16:creationId xmlns:a16="http://schemas.microsoft.com/office/drawing/2014/main" id="{951321DD-B79A-44FE-91FF-242A3B2C7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101" y="40678"/>
            <a:ext cx="3422709" cy="342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67B18F-4AF4-4247-B152-0435DCEC7BB4}"/>
              </a:ext>
            </a:extLst>
          </p:cNvPr>
          <p:cNvSpPr txBox="1"/>
          <p:nvPr/>
        </p:nvSpPr>
        <p:spPr>
          <a:xfrm>
            <a:off x="3048699" y="3546337"/>
            <a:ext cx="6094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effectLst/>
                <a:latin typeface="Arial Black" panose="020B0A04020102020204" pitchFamily="34" charset="0"/>
                <a:cs typeface="Cascadia Mono SemiBold" panose="020B0609020000020004" pitchFamily="49" charset="0"/>
              </a:rPr>
              <a:t>FEEL FREE TO REACH OUT TO ME</a:t>
            </a:r>
            <a:r>
              <a:rPr lang="en-US" b="1" dirty="0">
                <a:latin typeface="Arial Black" panose="020B0A040201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2994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461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Vinay Badnoriya</dc:creator>
  <cp:lastModifiedBy>Vinay Badnoriya</cp:lastModifiedBy>
  <cp:revision>1</cp:revision>
  <dcterms:created xsi:type="dcterms:W3CDTF">2026-01-27T11:08:33Z</dcterms:created>
  <dcterms:modified xsi:type="dcterms:W3CDTF">2026-01-27T11:43:40Z</dcterms:modified>
</cp:coreProperties>
</file>